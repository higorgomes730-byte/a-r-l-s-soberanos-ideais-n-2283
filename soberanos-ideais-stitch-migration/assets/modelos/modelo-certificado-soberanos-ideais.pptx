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b67e5b580041f6" /><Relationship Type="http://schemas.openxmlformats.org/officeDocument/2006/relationships/extended-properties" Target="/docProps/app.xml" Id="R588da4f05d254324" /><Relationship Type="http://schemas.openxmlformats.org/officeDocument/2006/relationships/officeDocument" Target="/ppt/presentation.xml" Id="R06014a267d1546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92d91796ec4ea7"/>
  </p:sldMasterIdLst>
  <p:notesMasterIdLst>
    <p:notesMasterId xmlns:r="http://schemas.openxmlformats.org/officeDocument/2006/relationships" r:id="Rd5c2b4547cac441f"/>
  </p:notesMasterIdLst>
  <p:sldIdLst>
    <p:sldId xmlns:r="http://schemas.openxmlformats.org/officeDocument/2006/relationships" id="256" r:id="R0d1ca244dd5f41e3"/>
  </p:sldIdLst>
  <p:sldSz cx="13335000" cy="9429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a0967177a4ec8" /><Relationship Type="http://schemas.openxmlformats.org/officeDocument/2006/relationships/slideMaster" Target="/ppt/slideMasters/slideMaster1.xml" Id="Rde92d91796ec4ea7" /><Relationship Type="http://schemas.openxmlformats.org/officeDocument/2006/relationships/notesMaster" Target="/ppt/notesMasters/notesMaster1.xml" Id="Rd5c2b4547cac441f" /><Relationship Type="http://schemas.openxmlformats.org/officeDocument/2006/relationships/presProps" Target="/ppt/presProps.xml" Id="R02d9dad411424908" /><Relationship Type="http://schemas.openxmlformats.org/officeDocument/2006/relationships/tableStyles" Target="/ppt/tableStyles.xml" Id="R9304bb29a82a4d37" /><Relationship Type="http://schemas.openxmlformats.org/officeDocument/2006/relationships/slide" Target="/ppt/slides/slide1.xml" Id="R0d1ca244dd5f41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8ce8b7053a40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ca302cb2244ad1" /><Relationship Type="http://schemas.openxmlformats.org/officeDocument/2006/relationships/notesMaster" Target="/ppt/notesMasters/notesMaster1.xml" Id="R2d175fd75743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Substitua apenas os campos entre colchetes. Preserve molduras, margens e proporção do brasão.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Brasão oficial fornecido pela A.R.L.S. SOBERANOS IDEAIS 2283.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ae6ea034442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981bc3b1145d5" /><Relationship Type="http://schemas.openxmlformats.org/officeDocument/2006/relationships/slideLayout" Target="/ppt/slideLayouts/slideLayout1.xml" Id="Reafd8c91ea7c40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d8c91ea7c40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fadb52b45429f" /><Relationship Type="http://schemas.openxmlformats.org/officeDocument/2006/relationships/image" Target="/ppt/media/image.png" Id="R8e820e78ab7243f7" /><Relationship Type="http://schemas.openxmlformats.org/officeDocument/2006/relationships/notesSlide" Target="/ppt/notesSlides/notesSlide1.xml" Id="Rf7bbc3d0377a47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oldura-vinho">
            <a:extLst xmlns:a="http://schemas.openxmlformats.org/drawingml/2006/main">
              <a:ext uri="{FF2B5EF4-FFF2-40B4-BE49-F238E27FC236}">
                <a16:creationId xmlns:a16="http://schemas.microsoft.com/office/drawing/2014/main" id="{9AD67CF9-B11B-4506-A38E-566E4943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687300" cy="878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6081C"/>
            </a:solidFill>
            <a:prstDash val="solid"/>
          </a:ln>
        </p:spPr>
      </p:sp>
      <p:sp>
        <p:nvSpPr>
          <p:cNvPr id="2" name="moldura-ouro">
            <a:extLst xmlns:a="http://schemas.openxmlformats.org/drawingml/2006/main">
              <a:ext uri="{FF2B5EF4-FFF2-40B4-BE49-F238E27FC236}">
                <a16:creationId xmlns:a16="http://schemas.microsoft.com/office/drawing/2014/main" id="{218F42D2-20DA-40FA-921B-E8091E0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2420600" cy="851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33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20e78ab7243f7"/>
          <a:stretch xmlns:a="http://schemas.openxmlformats.org/drawingml/2006/main"/>
        </p:blipFill>
        <p:spPr>
          <a:xfrm xmlns:a="http://schemas.openxmlformats.org/drawingml/2006/main">
            <a:off x="5772150" y="742950"/>
            <a:ext cx="1790700" cy="1790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FECFB-B1BE-4EBE-BBE5-655D71AC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A∴R∴L∴S∴ SOBERANOS IDEAIS 2283</a:t>
            </a:r>
          </a:p>
        </p:txBody>
      </p:sp>
      <p:sp>
        <p:nvSpPr>
          <p:cNvPr id="5" name="titulo-certificado">
            <a:extLst xmlns:a="http://schemas.openxmlformats.org/drawingml/2006/main">
              <a:ext uri="{FF2B5EF4-FFF2-40B4-BE49-F238E27FC236}">
                <a16:creationId xmlns:a16="http://schemas.microsoft.com/office/drawing/2014/main" id="{D83E318D-DBB4-4A27-82FE-1AA1F75C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57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457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CERTIFICADO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C65F7-1C9F-4682-8AF6-D4A7D656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4337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solidFill>
              <a:srgbClr val="F5B3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22285-2226-4B05-8D77-65068882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0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A A.R.L.S. SOBERANOS IDEAIS 2283 certifica que</a:t>
            </a:r>
          </a:p>
        </p:txBody>
      </p:sp>
      <p:sp>
        <p:nvSpPr>
          <p:cNvPr id="8" name="nome-certificado">
            <a:extLst xmlns:a="http://schemas.openxmlformats.org/drawingml/2006/main">
              <a:ext uri="{FF2B5EF4-FFF2-40B4-BE49-F238E27FC236}">
                <a16:creationId xmlns:a16="http://schemas.microsoft.com/office/drawing/2014/main" id="{8E720B03-962F-47C1-8CBB-5F63A938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00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[NOME DO HOMENAGEADO OU PARTICIPANTE]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54B28-F5FE-4398-BD1A-C1366BF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626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 i="0">
                <a:solidFill>
                  <a:srgbClr val="230B1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30B10"/>
                </a:solidFill>
                <a:latin typeface="Aptos"/>
                <a:ea typeface="Aptos"/>
                <a:cs typeface="Aptos"/>
              </a:rPr>
              <a:t>[DESCREVA A FINALIDADE, O EVENTO OU O RECONHECIMENTO EM ATÉ DUAS LINHAS.]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EF16D-A042-41F5-AF30-438D060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9532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Manaus, [DD] de [MÊS] de [AAAA].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B5643-781E-4E42-8CD9-66F1E60A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67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ACC1C-6142-4819-A2A8-C18C3351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867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D15DB-0A5F-4B0B-B793-6C80BA36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[NOME E CARGO]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FD097-4314-4AD8-8208-C168B2D5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001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[REGISTRO / RESPONSÁVEL]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7995E-56A9-498A-9F66-A5AD081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5915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SURSUM CORDA — CORAÇÕES AO ALTO</a:t>
            </a:r>
          </a:p>
        </p:txBody>
      </p:sp>
      <p:sp>
        <p:nvSpPr>
          <p:cNvPr id="16" name="triade-vinho">
            <a:extLst xmlns:a="http://schemas.openxmlformats.org/drawingml/2006/main">
              <a:ext uri="{FF2B5EF4-FFF2-40B4-BE49-F238E27FC236}">
                <a16:creationId xmlns:a16="http://schemas.microsoft.com/office/drawing/2014/main" id="{0E0D61E3-33CC-406C-AC6A-F6446D6B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iade-ouro">
            <a:extLst xmlns:a="http://schemas.openxmlformats.org/drawingml/2006/main">
              <a:ext uri="{FF2B5EF4-FFF2-40B4-BE49-F238E27FC236}">
                <a16:creationId xmlns:a16="http://schemas.microsoft.com/office/drawing/2014/main" id="{DCE9B885-D2FF-41EA-AA28-F58C2339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80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iade-branco">
            <a:extLst xmlns:a="http://schemas.openxmlformats.org/drawingml/2006/main">
              <a:ext uri="{FF2B5EF4-FFF2-40B4-BE49-F238E27FC236}">
                <a16:creationId xmlns:a16="http://schemas.microsoft.com/office/drawing/2014/main" id="{E6D3FBAF-496C-4F1E-9B9D-8B62E661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0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5039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2026-08-28T19:41:52.6570000Z</dcterms:created>
  <dcterms:modified xsi:type="dcterms:W3CDTF">2026-08-28T19:41:52.6570000Z</dcterms:modified>
</coreProperties>
</file>