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52c203ad0d24dd5" /><Relationship Type="http://schemas.openxmlformats.org/officeDocument/2006/relationships/extended-properties" Target="/docProps/app.xml" Id="Rea53a9b8d7734d50" /><Relationship Type="http://schemas.openxmlformats.org/officeDocument/2006/relationships/officeDocument" Target="/ppt/presentation.xml" Id="Rb76011b6fcf14b6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a17b7ea1b9f4edd"/>
  </p:sldMasterIdLst>
  <p:notesMasterIdLst>
    <p:notesMasterId xmlns:r="http://schemas.openxmlformats.org/officeDocument/2006/relationships" r:id="Rb7679ddd85e3401d"/>
  </p:notesMasterIdLst>
  <p:sldIdLst>
    <p:sldId xmlns:r="http://schemas.openxmlformats.org/officeDocument/2006/relationships" id="256" r:id="R6bb3dd0d8ed74c1a"/>
  </p:sldIdLst>
  <p:sldSz cx="10287000" cy="1285875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0908153ee0143f9" /><Relationship Type="http://schemas.openxmlformats.org/officeDocument/2006/relationships/slideMaster" Target="/ppt/slideMasters/slideMaster1.xml" Id="Rda17b7ea1b9f4edd" /><Relationship Type="http://schemas.openxmlformats.org/officeDocument/2006/relationships/notesMaster" Target="/ppt/notesMasters/notesMaster1.xml" Id="Rb7679ddd85e3401d" /><Relationship Type="http://schemas.openxmlformats.org/officeDocument/2006/relationships/presProps" Target="/ppt/presProps.xml" Id="R386d8044fd694537" /><Relationship Type="http://schemas.openxmlformats.org/officeDocument/2006/relationships/tableStyles" Target="/ppt/tableStyles.xml" Id="R9f2cbfffafe641fa" /><Relationship Type="http://schemas.openxmlformats.org/officeDocument/2006/relationships/slide" Target="/ppt/slides/slide1.xml" Id="R6bb3dd0d8ed74c1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3b960872ee4471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1ee3b6c27cd4b51" /><Relationship Type="http://schemas.openxmlformats.org/officeDocument/2006/relationships/notesMaster" Target="/ppt/notesMasters/notesMaster1.xml" Id="Rba7daafadf3e44f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Substitua apenas os campos entre colchetes. Confirme data, responsável e canal antes do envio. Exporte como PNG para distribuição.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Brasão oficial fornecido pela A.R.L.S. SOBERANOS IDEAIS 2283.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e58d4dbcc42453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0deae15646d4357" /><Relationship Type="http://schemas.openxmlformats.org/officeDocument/2006/relationships/slideLayout" Target="/ppt/slideLayouts/slideLayout1.xml" Id="Rb53c55d18c5b44e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53c55d18c5b44e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c7386210b54b82" /><Relationship Type="http://schemas.openxmlformats.org/officeDocument/2006/relationships/image" Target="/ppt/media/image.png" Id="R5609dc874f274695" /><Relationship Type="http://schemas.openxmlformats.org/officeDocument/2006/relationships/notesSlide" Target="/ppt/notesSlides/notesSlide1.xml" Id="R80afb3dcc70a4e8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E7E9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faixa-superior">
            <a:extLst xmlns:a="http://schemas.openxmlformats.org/drawingml/2006/main">
              <a:ext uri="{FF2B5EF4-FFF2-40B4-BE49-F238E27FC236}">
                <a16:creationId xmlns:a16="http://schemas.microsoft.com/office/drawing/2014/main" id="{DF1F49C1-05E8-4FA2-AF7A-419750438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287000" cy="3600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4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linha-ouro">
            <a:extLst xmlns:a="http://schemas.openxmlformats.org/drawingml/2006/main">
              <a:ext uri="{FF2B5EF4-FFF2-40B4-BE49-F238E27FC236}">
                <a16:creationId xmlns:a16="http://schemas.microsoft.com/office/drawing/2014/main" id="{1573C562-9474-400C-8390-E9D8CD68A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8953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B337"/>
          </a:solidFill>
          <a:ln xmlns:a="http://schemas.openxmlformats.org/drawingml/2006/main" w="0">
            <a:solidFill>
              <a:srgbClr val="F5B337"/>
            </a:solidFill>
            <a:prstDash val="solid"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09dc874f274695"/>
          <a:stretch xmlns:a="http://schemas.openxmlformats.org/drawingml/2006/main"/>
        </p:blipFill>
        <p:spPr>
          <a:xfrm xmlns:a="http://schemas.openxmlformats.org/drawingml/2006/main">
            <a:off x="666750" y="1047750"/>
            <a:ext cx="1524000" cy="15240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824D33-CBD8-475B-877E-287C23D4C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1219200"/>
            <a:ext cx="628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F7F8F5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7F8F5"/>
                </a:solidFill>
                <a:latin typeface="Aptos"/>
                <a:ea typeface="Aptos"/>
                <a:cs typeface="Aptos"/>
              </a:rPr>
              <a:t>A∴R∴L∴S∴ SOBERANOS IDEAIS 2283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6CEF30-413A-420F-9F8E-A36BAAB0B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1790700"/>
            <a:ext cx="590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F5B33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5B337"/>
                </a:solidFill>
                <a:latin typeface="Aptos"/>
                <a:ea typeface="Aptos"/>
                <a:cs typeface="Aptos"/>
              </a:rPr>
              <a:t>COMUNICADO INSTITUCIONAL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5925E5-D900-4D08-A148-66BC54C5A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32410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B8BFC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B8BFCD"/>
                </a:solidFill>
                <a:latin typeface="Aptos"/>
                <a:ea typeface="Aptos"/>
                <a:cs typeface="Aptos"/>
              </a:rPr>
              <a:t>[DATA · RESPONSÁVEL]</a:t>
            </a:r>
          </a:p>
        </p:txBody>
      </p:sp>
      <p:sp>
        <p:nvSpPr>
          <p:cNvPr id="7" name="triade-vinho">
            <a:extLst xmlns:a="http://schemas.openxmlformats.org/drawingml/2006/main">
              <a:ext uri="{FF2B5EF4-FFF2-40B4-BE49-F238E27FC236}">
                <a16:creationId xmlns:a16="http://schemas.microsoft.com/office/drawing/2014/main" id="{C8FC1058-5598-4F90-8E6B-5B4D2C0DD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2192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608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riade-ouro">
            <a:extLst xmlns:a="http://schemas.openxmlformats.org/drawingml/2006/main">
              <a:ext uri="{FF2B5EF4-FFF2-40B4-BE49-F238E27FC236}">
                <a16:creationId xmlns:a16="http://schemas.microsoft.com/office/drawing/2014/main" id="{92373B1A-C22B-4E4B-BF12-94087FDAE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12192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B3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riade-branco">
            <a:extLst xmlns:a="http://schemas.openxmlformats.org/drawingml/2006/main">
              <a:ext uri="{FF2B5EF4-FFF2-40B4-BE49-F238E27FC236}">
                <a16:creationId xmlns:a16="http://schemas.microsoft.com/office/drawing/2014/main" id="{BD0415A1-4BC3-4295-A0D5-53AC79A79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2192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8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itulo-comunicado">
            <a:extLst xmlns:a="http://schemas.openxmlformats.org/drawingml/2006/main">
              <a:ext uri="{FF2B5EF4-FFF2-40B4-BE49-F238E27FC236}">
                <a16:creationId xmlns:a16="http://schemas.microsoft.com/office/drawing/2014/main" id="{D0283E5F-A450-4396-B9FA-FA21DCEF7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76750"/>
            <a:ext cx="84772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4950" b="1">
                <a:solidFill>
                  <a:srgbClr val="0A2250"/>
                </a:solidFill>
                <a:latin typeface="Aptos"/>
                <a:ea typeface="Aptos"/>
                <a:cs typeface="Aptos"/>
              </a:defRPr>
            </a:pPr>
            <a:r>
              <a:rPr sz="4950" b="1">
                <a:solidFill>
                  <a:srgbClr val="0A2250"/>
                </a:solidFill>
                <a:latin typeface="Aptos"/>
                <a:ea typeface="Aptos"/>
                <a:cs typeface="Aptos"/>
              </a:rPr>
              <a:t>[TÍTULO DIRETO</a:t>
            </a:r>
          </a:p>
          <a:p xmlns:a="http://schemas.openxmlformats.org/drawingml/2006/main">
            <a:pPr algn="l">
              <a:lnSpc>
                <a:spcPct val="92000"/>
              </a:lnSpc>
              <a:buNone/>
              <a:defRPr sz="4950" b="1">
                <a:solidFill>
                  <a:srgbClr val="0A2250"/>
                </a:solidFill>
                <a:latin typeface="Aptos"/>
                <a:ea typeface="Aptos"/>
                <a:cs typeface="Aptos"/>
              </a:defRPr>
            </a:pPr>
            <a:r>
              <a:rPr sz="4950" b="1">
                <a:solidFill>
                  <a:srgbClr val="0A2250"/>
                </a:solidFill>
                <a:latin typeface="Aptos"/>
                <a:ea typeface="Aptos"/>
                <a:cs typeface="Aptos"/>
              </a:rPr>
              <a:t>EM ATÉ TRÊS LINHAS.]</a:t>
            </a:r>
          </a:p>
        </p:txBody>
      </p:sp>
      <p:sp>
        <p:nvSpPr>
          <p:cNvPr id="11" name="marcador">
            <a:extLst xmlns:a="http://schemas.openxmlformats.org/drawingml/2006/main">
              <a:ext uri="{FF2B5EF4-FFF2-40B4-BE49-F238E27FC236}">
                <a16:creationId xmlns:a16="http://schemas.microsoft.com/office/drawing/2014/main" id="{15CA4860-8BC4-465C-B128-39413169F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124700"/>
            <a:ext cx="2000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B337"/>
          </a:solidFill>
          <a:ln xmlns:a="http://schemas.openxmlformats.org/drawingml/2006/main" w="0">
            <a:solidFill>
              <a:srgbClr val="F5B337"/>
            </a:solidFill>
            <a:prstDash val="solid"/>
          </a:ln>
        </p:spPr>
      </p:sp>
      <p:sp>
        <p:nvSpPr>
          <p:cNvPr id="12" name="mensagem-comunicado">
            <a:extLst xmlns:a="http://schemas.openxmlformats.org/drawingml/2006/main">
              <a:ext uri="{FF2B5EF4-FFF2-40B4-BE49-F238E27FC236}">
                <a16:creationId xmlns:a16="http://schemas.microsoft.com/office/drawing/2014/main" id="{D2E5DF5E-E168-4ADD-AFA5-5AEF7D04D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77150"/>
            <a:ext cx="83820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175" b="0">
                <a:solidFill>
                  <a:srgbClr val="230B10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230B10"/>
                </a:solidFill>
                <a:latin typeface="Aptos"/>
                <a:ea typeface="Aptos"/>
                <a:cs typeface="Aptos"/>
              </a:rPr>
              <a:t>[Escreva a informação essencial em linguagem objetiva. Indique o que aconteceu, quem precisa agir e qual é o próximo passo.]</a:t>
            </a:r>
          </a:p>
        </p:txBody>
      </p:sp>
      <p:sp>
        <p:nvSpPr>
          <p:cNvPr id="13" name="divisoria">
            <a:extLst xmlns:a="http://schemas.openxmlformats.org/drawingml/2006/main">
              <a:ext uri="{FF2B5EF4-FFF2-40B4-BE49-F238E27FC236}">
                <a16:creationId xmlns:a16="http://schemas.microsoft.com/office/drawing/2014/main" id="{8F63BF07-546F-498F-BF4F-88DC8590C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696450"/>
            <a:ext cx="8953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0C2"/>
          </a:solidFill>
          <a:ln xmlns:a="http://schemas.openxmlformats.org/drawingml/2006/main" w="0">
            <a:solidFill>
              <a:srgbClr val="CED0C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4DF8C4-D42F-4CC8-980A-C36772325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0965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66081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66081C"/>
                </a:solidFill>
                <a:latin typeface="Aptos"/>
                <a:ea typeface="Aptos"/>
                <a:cs typeface="Aptos"/>
              </a:rPr>
              <a:t>DATA / HORÁRIO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4DD0296-A46A-4A7D-9FDF-310D484F0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0077450"/>
            <a:ext cx="561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0A2250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A2250"/>
                </a:solidFill>
                <a:latin typeface="Aptos"/>
                <a:ea typeface="Aptos"/>
                <a:cs typeface="Aptos"/>
              </a:rPr>
              <a:t>[DD · MM · AAAA · HH:MM]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355110-6E19-4589-A600-D592D899B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66081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66081C"/>
                </a:solidFill>
                <a:latin typeface="Aptos"/>
                <a:ea typeface="Aptos"/>
                <a:cs typeface="Aptos"/>
              </a:rPr>
              <a:t>CANAL OFICIAL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B513ED5-B92B-4A80-894E-2307E95CC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0648950"/>
            <a:ext cx="561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0A2250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A2250"/>
                </a:solidFill>
                <a:latin typeface="Aptos"/>
                <a:ea typeface="Aptos"/>
                <a:cs typeface="Aptos"/>
              </a:rPr>
              <a:t>[INSIRA O CANAL APROVADO]</a:t>
            </a:r>
          </a:p>
        </p:txBody>
      </p:sp>
      <p:sp>
        <p:nvSpPr>
          <p:cNvPr id="18" name="rodape">
            <a:extLst xmlns:a="http://schemas.openxmlformats.org/drawingml/2006/main">
              <a:ext uri="{FF2B5EF4-FFF2-40B4-BE49-F238E27FC236}">
                <a16:creationId xmlns:a16="http://schemas.microsoft.com/office/drawing/2014/main" id="{99A278B7-307A-4C53-B5BF-533582334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791950"/>
            <a:ext cx="10287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22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9E4155D-A54D-4687-AAA2-460BE76CD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172950"/>
            <a:ext cx="542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F7F8F5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7F8F5"/>
                </a:solidFill>
                <a:latin typeface="Aptos"/>
                <a:ea typeface="Aptos"/>
                <a:cs typeface="Aptos"/>
              </a:rPr>
              <a:t>SURSUM CORDA — CORAÇÕES AO ALTO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267423B-5BC1-48EC-A3B9-59D958D4D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12172950"/>
            <a:ext cx="3667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B8BFC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B8BFCD"/>
                </a:solidFill>
                <a:latin typeface="Aptos"/>
                <a:ea typeface="Aptos"/>
                <a:cs typeface="Aptos"/>
              </a:rPr>
              <a:t>Não inserir conteúdo ritualístico ou reservado.</a:t>
            </a:r>
          </a:p>
        </p:txBody>
      </p:sp>
    </p:spTree>
    <p:extLst>
      <p:ext uri="{BB962C8B-B14F-4D97-AF65-F5344CB8AC3E}">
        <p14:creationId xmlns:p14="http://schemas.microsoft.com/office/powerpoint/2010/main" val="50073278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2026-08-29T05:06:50.9370000Z</dcterms:created>
  <dcterms:modified xsi:type="dcterms:W3CDTF">2026-08-29T05:06:50.9370000Z</dcterms:modified>
</coreProperties>
</file>