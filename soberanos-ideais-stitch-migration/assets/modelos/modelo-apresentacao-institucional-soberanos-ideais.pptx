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fdd42a9745349c2" /><Relationship Type="http://schemas.openxmlformats.org/officeDocument/2006/relationships/extended-properties" Target="/docProps/app.xml" Id="Rd32c44cd6aea4388" /><Relationship Type="http://schemas.openxmlformats.org/officeDocument/2006/relationships/officeDocument" Target="/ppt/presentation.xml" Id="Rb55fdd6b5dc540c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11e70b4e4fc4668"/>
  </p:sldMasterIdLst>
  <p:notesMasterIdLst>
    <p:notesMasterId xmlns:r="http://schemas.openxmlformats.org/officeDocument/2006/relationships" r:id="R347ec87486f340b9"/>
  </p:notesMasterIdLst>
  <p:sldIdLst>
    <p:sldId xmlns:r="http://schemas.openxmlformats.org/officeDocument/2006/relationships" id="256" r:id="Red633d02468f438b"/>
    <p:sldId xmlns:r="http://schemas.openxmlformats.org/officeDocument/2006/relationships" id="257" r:id="R5da141ebd39545aa"/>
    <p:sldId xmlns:r="http://schemas.openxmlformats.org/officeDocument/2006/relationships" id="258" r:id="R72c0619eecb14780"/>
    <p:sldId xmlns:r="http://schemas.openxmlformats.org/officeDocument/2006/relationships" id="259" r:id="R92ddf7dc739247a8"/>
    <p:sldId xmlns:r="http://schemas.openxmlformats.org/officeDocument/2006/relationships" id="260" r:id="Rf6dd306eb1b24c5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a84b67bf98f41ef" /><Relationship Type="http://schemas.openxmlformats.org/officeDocument/2006/relationships/slideMaster" Target="/ppt/slideMasters/slideMaster1.xml" Id="Re11e70b4e4fc4668" /><Relationship Type="http://schemas.openxmlformats.org/officeDocument/2006/relationships/notesMaster" Target="/ppt/notesMasters/notesMaster1.xml" Id="R347ec87486f340b9" /><Relationship Type="http://schemas.openxmlformats.org/officeDocument/2006/relationships/presProps" Target="/ppt/presProps.xml" Id="R69c3afd565af45d4" /><Relationship Type="http://schemas.openxmlformats.org/officeDocument/2006/relationships/tableStyles" Target="/ppt/tableStyles.xml" Id="Rc30c5258243d40af" /><Relationship Type="http://schemas.openxmlformats.org/officeDocument/2006/relationships/slide" Target="/ppt/slides/slide1.xml" Id="Red633d02468f438b" /><Relationship Type="http://schemas.openxmlformats.org/officeDocument/2006/relationships/slide" Target="/ppt/slides/slide2.xml" Id="R5da141ebd39545aa" /><Relationship Type="http://schemas.openxmlformats.org/officeDocument/2006/relationships/slide" Target="/ppt/slides/slide3.xml" Id="R72c0619eecb14780" /><Relationship Type="http://schemas.openxmlformats.org/officeDocument/2006/relationships/slide" Target="/ppt/slides/slide4.xml" Id="R92ddf7dc739247a8" /><Relationship Type="http://schemas.openxmlformats.org/officeDocument/2006/relationships/slide" Target="/ppt/slides/slide5.xml" Id="Rf6dd306eb1b24c5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624aa5533814d4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08ab30429014bb0" /><Relationship Type="http://schemas.openxmlformats.org/officeDocument/2006/relationships/notesMaster" Target="/ppt/notesMasters/notesMaster1.xml" Id="R5059479f369d452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9f8b6ca9bdd40a0" /><Relationship Type="http://schemas.openxmlformats.org/officeDocument/2006/relationships/notesMaster" Target="/ppt/notesMasters/notesMaster1.xml" Id="Rd0bc8e8699af4f0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0582b309b604f29" /><Relationship Type="http://schemas.openxmlformats.org/officeDocument/2006/relationships/notesMaster" Target="/ppt/notesMasters/notesMaster1.xml" Id="R10e812740cc24f4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faef926683a4f65" /><Relationship Type="http://schemas.openxmlformats.org/officeDocument/2006/relationships/notesMaster" Target="/ppt/notesMasters/notesMaster1.xml" Id="Ra895271458b147a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e546d81b1d349d8" /><Relationship Type="http://schemas.openxmlformats.org/officeDocument/2006/relationships/notesMaster" Target="/ppt/notesMasters/notesMaster1.xml" Id="Rd334f3edc2d4441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Capa. Substitua título, subtítulo, data e responsável.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Brasão oficial fornecido pela A.R.L.S. SOBERANOS IDEAIS 2283.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Divisor de capítulo. Use uma ideia principal por slide.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Brasão oficial fornecido pela A.R.L.S. SOBERANOS IDEAIS 2283.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de conteúdo. Mantenha até três pontos e uma imagem aprovada.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Brasão oficial fornecido pela A.R.L.S. SOBERANOS IDEAIS 2283.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somente frases documentadas. Não atribua citações sem confirmação.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Brasão oficial fornecido pela A.R.L.S. SOBERANOS IDEAIS 2283.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Encerramento. Termine com uma decisão ou próximo passo objetivo.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Brasão oficial fornecido pela A.R.L.S. SOBERANOS IDEAIS 2283.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73ca2094e6749e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8147666f87b4261" /><Relationship Type="http://schemas.openxmlformats.org/officeDocument/2006/relationships/slideLayout" Target="/ppt/slideLayouts/slideLayout1.xml" Id="R198fcb4fedba485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98fcb4fedba485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246e55eb25436d" /><Relationship Type="http://schemas.openxmlformats.org/officeDocument/2006/relationships/image" Target="/ppt/media/image.png" Id="Rd2bda33c5b7e418b" /><Relationship Type="http://schemas.openxmlformats.org/officeDocument/2006/relationships/notesSlide" Target="/ppt/notesSlides/notesSlide1.xml" Id="R8c98a041e8ba476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0d28228c794281" /><Relationship Type="http://schemas.openxmlformats.org/officeDocument/2006/relationships/image" Target="/ppt/media/image2.png" Id="R9c19280dee7d4e2a" /><Relationship Type="http://schemas.openxmlformats.org/officeDocument/2006/relationships/notesSlide" Target="/ppt/notesSlides/notesSlide2.xml" Id="R8482cad37d31406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5645024dd44ab5" /><Relationship Type="http://schemas.openxmlformats.org/officeDocument/2006/relationships/notesSlide" Target="/ppt/notesSlides/notesSlide3.xml" Id="R917e0c39c3da473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d174b1652147bc" /><Relationship Type="http://schemas.openxmlformats.org/officeDocument/2006/relationships/notesSlide" Target="/ppt/notesSlides/notesSlide4.xml" Id="R1686116596f24ce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92f5c785d744f2" /><Relationship Type="http://schemas.openxmlformats.org/officeDocument/2006/relationships/image" Target="/ppt/media/image3.png" Id="R91ea777424cf47c3" /><Relationship Type="http://schemas.openxmlformats.org/officeDocument/2006/relationships/notesSlide" Target="/ppt/notesSlides/notesSlide5.xml" Id="R66c4e9e341a34f5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6143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63F186-3A5B-46AA-B2B7-D1F81C288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B3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8B9011-20EA-4A25-A034-E20C77A17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590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 i="0">
                <a:solidFill>
                  <a:srgbClr val="F5B337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F5B337"/>
                </a:solidFill>
                <a:latin typeface="Aptos"/>
                <a:ea typeface="Aptos"/>
                <a:cs typeface="Aptos"/>
              </a:rPr>
              <a:t>APRESENTAÇÃO INSTITUCIONAL</a:t>
            </a:r>
          </a:p>
        </p:txBody>
      </p:sp>
      <p:sp>
        <p:nvSpPr>
          <p:cNvPr id="3" name="titulo-apresentacao">
            <a:extLst xmlns:a="http://schemas.openxmlformats.org/drawingml/2006/main">
              <a:ext uri="{FF2B5EF4-FFF2-40B4-BE49-F238E27FC236}">
                <a16:creationId xmlns:a16="http://schemas.microsoft.com/office/drawing/2014/main" id="{00A089B5-C784-4C1E-9C27-A07842276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685800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4500" b="1" i="0">
                <a:solidFill>
                  <a:srgbClr val="F7F8F5"/>
                </a:solidFill>
                <a:latin typeface="Aptos"/>
                <a:ea typeface="Aptos"/>
                <a:cs typeface="Aptos"/>
              </a:defRPr>
            </a:pPr>
            <a:r>
              <a:rPr sz="4500" b="1" i="0">
                <a:solidFill>
                  <a:srgbClr val="F7F8F5"/>
                </a:solidFill>
                <a:latin typeface="Aptos"/>
                <a:ea typeface="Aptos"/>
                <a:cs typeface="Aptos"/>
              </a:rPr>
              <a:t>[TÍTULO DA APRESENTAÇÃO]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F1DF66-CD8A-4486-8E2D-128974474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90900"/>
            <a:ext cx="666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0" i="0">
                <a:solidFill>
                  <a:srgbClr val="E7E9E9"/>
                </a:solidFill>
                <a:latin typeface="Aptos"/>
                <a:ea typeface="Aptos"/>
                <a:cs typeface="Aptos"/>
              </a:defRPr>
            </a:pPr>
            <a:r>
              <a:rPr sz="1725" b="0" i="0">
                <a:solidFill>
                  <a:srgbClr val="E7E9E9"/>
                </a:solidFill>
                <a:latin typeface="Aptos"/>
                <a:ea typeface="Aptos"/>
                <a:cs typeface="Aptos"/>
              </a:rPr>
              <a:t>[SUBTÍTULO OU OBJETIVO EM UMA LINHA]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bda33c5b7e418b"/>
          <a:stretch xmlns:a="http://schemas.openxmlformats.org/drawingml/2006/main"/>
        </p:blipFill>
        <p:spPr>
          <a:xfrm xmlns:a="http://schemas.openxmlformats.org/drawingml/2006/main">
            <a:off x="8496300" y="1314450"/>
            <a:ext cx="2571750" cy="2571750"/>
          </a:xfrm>
          <a:prstGeom xmlns:a="http://schemas.openxmlformats.org/drawingml/2006/main" prst="rect">
            <a:avLst/>
          </a:prstGeom>
        </p:spPr>
      </p:pic>
      <p:sp>
        <p:nvSpPr>
          <p:cNvPr id="6" name="triade-vinho">
            <a:extLst xmlns:a="http://schemas.openxmlformats.org/drawingml/2006/main">
              <a:ext uri="{FF2B5EF4-FFF2-40B4-BE49-F238E27FC236}">
                <a16:creationId xmlns:a16="http://schemas.microsoft.com/office/drawing/2014/main" id="{D39E72FB-B24C-4C7D-93AF-2CCD84E21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429125"/>
            <a:ext cx="180975" cy="1809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608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riade-ouro">
            <a:extLst xmlns:a="http://schemas.openxmlformats.org/drawingml/2006/main">
              <a:ext uri="{FF2B5EF4-FFF2-40B4-BE49-F238E27FC236}">
                <a16:creationId xmlns:a16="http://schemas.microsoft.com/office/drawing/2014/main" id="{1CD62D89-5A2F-4D4D-888D-C7BA7F515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4429125"/>
            <a:ext cx="180975" cy="1809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B3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riade-branco">
            <a:extLst xmlns:a="http://schemas.openxmlformats.org/drawingml/2006/main">
              <a:ext uri="{FF2B5EF4-FFF2-40B4-BE49-F238E27FC236}">
                <a16:creationId xmlns:a16="http://schemas.microsoft.com/office/drawing/2014/main" id="{AC19C977-64F0-4DC0-8AE5-4204AAB13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06075" y="4429125"/>
            <a:ext cx="180975" cy="1809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8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8200F4-2268-4461-A5ED-160777813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905375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 i="0">
                <a:solidFill>
                  <a:srgbClr val="F5B337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F5B337"/>
                </a:solidFill>
                <a:latin typeface="Aptos"/>
                <a:ea typeface="Aptos"/>
                <a:cs typeface="Aptos"/>
              </a:rPr>
              <a:t>SURSUM CORDA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67E9B6-C0CC-44A8-A9F9-6B9A7B72A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 i="0">
                <a:solidFill>
                  <a:srgbClr val="B8BFCD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B8BFCD"/>
                </a:solidFill>
                <a:latin typeface="Aptos"/>
                <a:ea typeface="Aptos"/>
                <a:cs typeface="Aptos"/>
              </a:rPr>
              <a:t>[DATA · RESPONSÁVEL · GESTÃO]</a:t>
            </a:r>
          </a:p>
        </p:txBody>
      </p:sp>
    </p:spTree>
    <p:extLst>
      <p:ext uri="{BB962C8B-B14F-4D97-AF65-F5344CB8AC3E}">
        <p14:creationId xmlns:p14="http://schemas.microsoft.com/office/powerpoint/2010/main" val="186443400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E7E9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0DCBC4-68B1-4E10-80EC-6E5243920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876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 i="0">
                <a:solidFill>
                  <a:srgbClr val="F5B337"/>
                </a:solidFill>
                <a:latin typeface="Aptos"/>
                <a:ea typeface="Aptos"/>
                <a:cs typeface="Aptos"/>
              </a:defRPr>
            </a:pPr>
            <a:r>
              <a:rPr sz="2550" b="1" i="0">
                <a:solidFill>
                  <a:srgbClr val="F5B337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2" name="divisor-capitulo">
            <a:extLst xmlns:a="http://schemas.openxmlformats.org/drawingml/2006/main">
              <a:ext uri="{FF2B5EF4-FFF2-40B4-BE49-F238E27FC236}">
                <a16:creationId xmlns:a16="http://schemas.microsoft.com/office/drawing/2014/main" id="{829084DC-AC63-44CF-8DE1-C14AEB9FF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8572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4350" b="1" i="0">
                <a:solidFill>
                  <a:srgbClr val="0A2250"/>
                </a:solidFill>
                <a:latin typeface="Aptos"/>
                <a:ea typeface="Aptos"/>
                <a:cs typeface="Aptos"/>
              </a:defRPr>
            </a:pPr>
            <a:r>
              <a:rPr sz="4350" b="1" i="0">
                <a:solidFill>
                  <a:srgbClr val="0A2250"/>
                </a:solidFill>
                <a:latin typeface="Aptos"/>
                <a:ea typeface="Aptos"/>
                <a:cs typeface="Aptos"/>
              </a:rPr>
              <a:t>[NOME DO CAPÍTULO]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5FA1D5-4E7C-4553-910C-8DDF04225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28950"/>
            <a:ext cx="7429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0" i="0">
                <a:solidFill>
                  <a:srgbClr val="7C766D"/>
                </a:solidFill>
                <a:latin typeface="Aptos"/>
                <a:ea typeface="Aptos"/>
                <a:cs typeface="Aptos"/>
              </a:defRPr>
            </a:pPr>
            <a:r>
              <a:rPr sz="1725" b="0" i="0">
                <a:solidFill>
                  <a:srgbClr val="7C766D"/>
                </a:solidFill>
                <a:latin typeface="Aptos"/>
                <a:ea typeface="Aptos"/>
                <a:cs typeface="Aptos"/>
              </a:rPr>
              <a:t>[Uma frase curta orienta a leitura deste capítulo.]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43307C-4B6E-40A8-A62E-781757506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0"/>
            <a:ext cx="3143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081C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19280dee7d4e2a"/>
          <a:stretch xmlns:a="http://schemas.openxmlformats.org/drawingml/2006/main"/>
        </p:blipFill>
        <p:spPr>
          <a:xfrm xmlns:a="http://schemas.openxmlformats.org/drawingml/2006/main">
            <a:off x="9667875" y="2038350"/>
            <a:ext cx="1905000" cy="1905000"/>
          </a:xfrm>
          <a:prstGeom xmlns:a="http://schemas.openxmlformats.org/drawingml/2006/main" prst="rect">
            <a:avLst/>
          </a:prstGeom>
        </p:spPr>
      </p:pic>
      <p:sp>
        <p:nvSpPr>
          <p:cNvPr id="6" name="triade-vinho">
            <a:extLst xmlns:a="http://schemas.openxmlformats.org/drawingml/2006/main">
              <a:ext uri="{FF2B5EF4-FFF2-40B4-BE49-F238E27FC236}">
                <a16:creationId xmlns:a16="http://schemas.microsoft.com/office/drawing/2014/main" id="{2FAE4765-D1A0-47B9-9BC4-AB662AD46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4767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608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riade-ouro">
            <a:extLst xmlns:a="http://schemas.openxmlformats.org/drawingml/2006/main">
              <a:ext uri="{FF2B5EF4-FFF2-40B4-BE49-F238E27FC236}">
                <a16:creationId xmlns:a16="http://schemas.microsoft.com/office/drawing/2014/main" id="{26340D3C-F630-4963-934D-08865721D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44767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B3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riade-branco">
            <a:extLst xmlns:a="http://schemas.openxmlformats.org/drawingml/2006/main">
              <a:ext uri="{FF2B5EF4-FFF2-40B4-BE49-F238E27FC236}">
                <a16:creationId xmlns:a16="http://schemas.microsoft.com/office/drawing/2014/main" id="{1C5D844B-0983-49B8-A599-14084429E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4767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8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543207-1FDE-48E0-A119-689B99ED6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0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42E532-0971-4706-843B-83BB0ADC9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7524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 i="0">
                <a:solidFill>
                  <a:srgbClr val="7C766D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7C766D"/>
                </a:solidFill>
                <a:latin typeface="Aptos"/>
                <a:ea typeface="Aptos"/>
                <a:cs typeface="Aptos"/>
              </a:rPr>
              <a:t>A∴R∴L∴S∴ SOBERANOS IDEAIS 2283 · MANAUS, AM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DD726B-5C6B-4C1E-A2C9-D2F55661E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86525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1" i="0">
                <a:solidFill>
                  <a:srgbClr val="66081C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66081C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F14E97-C45F-45D5-B3E5-970BF5B24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86525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1" i="0">
                <a:solidFill>
                  <a:srgbClr val="F5B337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F5B337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3193878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titulo-conteudo">
            <a:extLst xmlns:a="http://schemas.openxmlformats.org/drawingml/2006/main">
              <a:ext uri="{FF2B5EF4-FFF2-40B4-BE49-F238E27FC236}">
                <a16:creationId xmlns:a16="http://schemas.microsoft.com/office/drawing/2014/main" id="{961B6132-7AD4-4C90-A681-9C60A49E0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723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225" b="1" i="0">
                <a:solidFill>
                  <a:srgbClr val="0A2250"/>
                </a:solidFill>
                <a:latin typeface="Aptos"/>
                <a:ea typeface="Aptos"/>
                <a:cs typeface="Aptos"/>
              </a:defRPr>
            </a:pPr>
            <a:r>
              <a:rPr sz="3225" b="1" i="0">
                <a:solidFill>
                  <a:srgbClr val="0A2250"/>
                </a:solidFill>
                <a:latin typeface="Aptos"/>
                <a:ea typeface="Aptos"/>
                <a:cs typeface="Aptos"/>
              </a:rPr>
              <a:t>[TÍTULO DA MENSAGEM]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1C2100-0F20-4ED5-BCD9-00F44EBAB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685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 i="0">
                <a:solidFill>
                  <a:srgbClr val="7C766D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7C766D"/>
                </a:solidFill>
                <a:latin typeface="Aptos"/>
                <a:ea typeface="Aptos"/>
                <a:cs typeface="Aptos"/>
              </a:rPr>
              <a:t>[Contextualize a ideia em uma ou duas linhas, sem jargões nem excesso de texto.]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1920F7-1C31-49AC-B4BF-C47D346C7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 i="0">
                <a:solidFill>
                  <a:srgbClr val="66081C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66081C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1B2167-6867-4F32-AB2E-D098C8217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47650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 i="0">
                <a:solidFill>
                  <a:srgbClr val="0A2250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0A2250"/>
                </a:solidFill>
                <a:latin typeface="Aptos"/>
                <a:ea typeface="Aptos"/>
                <a:cs typeface="Aptos"/>
              </a:rPr>
              <a:t>[PRIMEIRO PONTO]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5BBF2B-1F35-4639-889F-70702562B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81940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7C766D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7C766D"/>
                </a:solidFill>
                <a:latin typeface="Aptos"/>
                <a:ea typeface="Aptos"/>
                <a:cs typeface="Aptos"/>
              </a:rPr>
              <a:t>[Explique o dado, decisão ou orientação.]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015F32-8563-47F7-8937-D5FC742BB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24225"/>
            <a:ext cx="571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0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D85BE8-BDDC-4900-B8DC-2360190B3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43300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 i="0">
                <a:solidFill>
                  <a:srgbClr val="66081C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66081C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9B8D83-E7A5-4F79-B4BC-DBDB91268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54330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 i="0">
                <a:solidFill>
                  <a:srgbClr val="0A2250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0A2250"/>
                </a:solidFill>
                <a:latin typeface="Aptos"/>
                <a:ea typeface="Aptos"/>
                <a:cs typeface="Aptos"/>
              </a:rPr>
              <a:t>[SEGUNDO PONTO]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E79F2C-2089-40A2-AF3F-D5276434F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88620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7C766D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7C766D"/>
                </a:solidFill>
                <a:latin typeface="Aptos"/>
                <a:ea typeface="Aptos"/>
                <a:cs typeface="Aptos"/>
              </a:rPr>
              <a:t>[Registre o encaminhamento ou evidência.]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52C470-8DF9-4FD5-BD29-FC863E813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91025"/>
            <a:ext cx="571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0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61ACDC-5F8C-46C8-B848-39BD314F9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10100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 i="0">
                <a:solidFill>
                  <a:srgbClr val="66081C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66081C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CDBDCB-6356-47C4-8297-24B286CF2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61010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 i="0">
                <a:solidFill>
                  <a:srgbClr val="0A2250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0A2250"/>
                </a:solidFill>
                <a:latin typeface="Aptos"/>
                <a:ea typeface="Aptos"/>
                <a:cs typeface="Aptos"/>
              </a:rPr>
              <a:t>[TERCEIRO PONTO]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6D16DB-815C-4898-A513-9FE7EEEEA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95300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7C766D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7C766D"/>
                </a:solidFill>
                <a:latin typeface="Aptos"/>
                <a:ea typeface="Aptos"/>
                <a:cs typeface="Aptos"/>
              </a:rPr>
              <a:t>[Indique responsabilidade ou próximo passo.]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64FC476-2B50-43AA-8BE0-75F5B3343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57825"/>
            <a:ext cx="571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0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espaco-imagem">
            <a:extLst xmlns:a="http://schemas.openxmlformats.org/drawingml/2006/main">
              <a:ext uri="{FF2B5EF4-FFF2-40B4-BE49-F238E27FC236}">
                <a16:creationId xmlns:a16="http://schemas.microsoft.com/office/drawing/2014/main" id="{5096C319-391F-4083-B35D-6DB06871F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362200"/>
            <a:ext cx="42672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9E9"/>
          </a:solidFill>
          <a:ln xmlns:a="http://schemas.openxmlformats.org/drawingml/2006/main" w="9525">
            <a:solidFill>
              <a:srgbClr val="CED0C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2D602D6-052D-4CEB-88C3-5399B7F8A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571875"/>
            <a:ext cx="3276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 i="0">
                <a:solidFill>
                  <a:srgbClr val="7C766D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7C766D"/>
                </a:solidFill>
                <a:latin typeface="Aptos"/>
                <a:ea typeface="Aptos"/>
                <a:cs typeface="Aptos"/>
              </a:rPr>
              <a:t>[INSIRA UMA IMAGEM APROVADA]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4A0B0DA-00F0-4419-AADD-280CBE487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0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24268C7-C728-43DD-BFD8-DEABEEC82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7524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 i="0">
                <a:solidFill>
                  <a:srgbClr val="7C766D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7C766D"/>
                </a:solidFill>
                <a:latin typeface="Aptos"/>
                <a:ea typeface="Aptos"/>
                <a:cs typeface="Aptos"/>
              </a:rPr>
              <a:t>A∴R∴L∴S∴ SOBERANOS IDEAIS 2283 · MANAUS, AM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81D73EF-A25E-4D56-B7A6-A2AC0CCD5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86525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1" i="0">
                <a:solidFill>
                  <a:srgbClr val="66081C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66081C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81096619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A225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citacao">
            <a:extLst xmlns:a="http://schemas.openxmlformats.org/drawingml/2006/main">
              <a:ext uri="{FF2B5EF4-FFF2-40B4-BE49-F238E27FC236}">
                <a16:creationId xmlns:a16="http://schemas.microsoft.com/office/drawing/2014/main" id="{55C6CA40-E47B-4805-BF3F-2DFFAF2A7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762125"/>
            <a:ext cx="933450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3450" b="1" i="0">
                <a:solidFill>
                  <a:srgbClr val="F7F8F5"/>
                </a:solidFill>
                <a:latin typeface="Aptos"/>
                <a:ea typeface="Aptos"/>
                <a:cs typeface="Aptos"/>
              </a:defRPr>
            </a:pPr>
            <a:r>
              <a:rPr sz="3450" b="1" i="0">
                <a:solidFill>
                  <a:srgbClr val="F7F8F5"/>
                </a:solidFill>
                <a:latin typeface="Aptos"/>
                <a:ea typeface="Aptos"/>
                <a:cs typeface="Aptos"/>
              </a:rPr>
              <a:t>“[INSIRA AQUI UMA FRASE INSTITUCIONAL CURTA E VERIFICÁVEL.]”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A3A843-8260-4B1C-B08B-BE7DE3102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3705225"/>
            <a:ext cx="1619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B3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12D4EC-F749-41D3-BEE0-EC43BC716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0576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1" i="0">
                <a:solidFill>
                  <a:srgbClr val="E7E9E9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E7E9E9"/>
                </a:solidFill>
                <a:latin typeface="Aptos"/>
                <a:ea typeface="Aptos"/>
                <a:cs typeface="Aptos"/>
              </a:rPr>
              <a:t>[AUTORIA OU CONTEXTO]</a:t>
            </a:r>
          </a:p>
        </p:txBody>
      </p:sp>
      <p:sp>
        <p:nvSpPr>
          <p:cNvPr id="4" name="triade-vinho">
            <a:extLst xmlns:a="http://schemas.openxmlformats.org/drawingml/2006/main">
              <a:ext uri="{FF2B5EF4-FFF2-40B4-BE49-F238E27FC236}">
                <a16:creationId xmlns:a16="http://schemas.microsoft.com/office/drawing/2014/main" id="{0072D104-1F66-4E8C-8DED-BC23A2728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490537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608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riade-ouro">
            <a:extLst xmlns:a="http://schemas.openxmlformats.org/drawingml/2006/main">
              <a:ext uri="{FF2B5EF4-FFF2-40B4-BE49-F238E27FC236}">
                <a16:creationId xmlns:a16="http://schemas.microsoft.com/office/drawing/2014/main" id="{10007961-AB76-4497-ACF3-9F171F09C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490537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B3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riade-branco">
            <a:extLst xmlns:a="http://schemas.openxmlformats.org/drawingml/2006/main">
              <a:ext uri="{FF2B5EF4-FFF2-40B4-BE49-F238E27FC236}">
                <a16:creationId xmlns:a16="http://schemas.microsoft.com/office/drawing/2014/main" id="{C631D8E0-6A90-4F7C-AEC3-A7BB869BE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90537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8F5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50951022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E7E9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ea777424cf47c3"/>
          <a:stretch xmlns:a="http://schemas.openxmlformats.org/drawingml/2006/main"/>
        </p:blipFill>
        <p:spPr>
          <a:xfrm xmlns:a="http://schemas.openxmlformats.org/drawingml/2006/main">
            <a:off x="876300" y="1123950"/>
            <a:ext cx="2190750" cy="21907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7B525B-25B7-4AD2-A709-7280926E8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3855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725" b="1" i="0">
                <a:solidFill>
                  <a:srgbClr val="66081C"/>
                </a:solidFill>
                <a:latin typeface="Aptos"/>
                <a:ea typeface="Aptos"/>
                <a:cs typeface="Aptos"/>
              </a:defRPr>
            </a:pPr>
            <a:r>
              <a:rPr sz="1725" b="1" i="0">
                <a:solidFill>
                  <a:srgbClr val="66081C"/>
                </a:solidFill>
                <a:latin typeface="Aptos"/>
                <a:ea typeface="Aptos"/>
                <a:cs typeface="Aptos"/>
              </a:rPr>
              <a:t>SURSUM CORDA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705FBE-992D-455C-8218-392862189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428750"/>
            <a:ext cx="666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375" b="1" i="0">
                <a:solidFill>
                  <a:srgbClr val="0A2250"/>
                </a:solidFill>
                <a:latin typeface="Aptos"/>
                <a:ea typeface="Aptos"/>
                <a:cs typeface="Aptos"/>
              </a:defRPr>
            </a:pPr>
            <a:r>
              <a:rPr sz="3375" b="1" i="0">
                <a:solidFill>
                  <a:srgbClr val="0A2250"/>
                </a:solidFill>
                <a:latin typeface="Aptos"/>
                <a:ea typeface="Aptos"/>
                <a:cs typeface="Aptos"/>
              </a:rPr>
              <a:t>[PRÓXIMO PASSO]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51E0E3-3EBE-4CAA-9DCE-6D649085C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324100"/>
            <a:ext cx="647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 i="0">
                <a:solidFill>
                  <a:srgbClr val="7C766D"/>
                </a:solidFill>
                <a:latin typeface="Aptos"/>
                <a:ea typeface="Aptos"/>
                <a:cs typeface="Aptos"/>
              </a:defRPr>
            </a:pPr>
            <a:r>
              <a:rPr sz="1650" b="0" i="0">
                <a:solidFill>
                  <a:srgbClr val="7C766D"/>
                </a:solidFill>
                <a:latin typeface="Aptos"/>
                <a:ea typeface="Aptos"/>
                <a:cs typeface="Aptos"/>
              </a:rPr>
              <a:t>[Registre a decisão esperada, o responsável e o prazo de continuidade.]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5F16C2-8667-4709-A397-32E07B9CE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409950"/>
            <a:ext cx="666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0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7E69D1-EA93-44C9-A401-6CB0E8974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7338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66081C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66081C"/>
                </a:solidFill>
                <a:latin typeface="Aptos"/>
                <a:ea typeface="Aptos"/>
                <a:cs typeface="Aptos"/>
              </a:rPr>
              <a:t>RESPONSÁVEL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958002-37F8-4BEE-884B-883725BDF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7338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 i="0">
                <a:solidFill>
                  <a:srgbClr val="0A2250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0A2250"/>
                </a:solidFill>
                <a:latin typeface="Aptos"/>
                <a:ea typeface="Aptos"/>
                <a:cs typeface="Aptos"/>
              </a:rPr>
              <a:t>[NOME / CARGO]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2BE16A-9BE4-4127-B795-E6D173A6A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3053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66081C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66081C"/>
                </a:solidFill>
                <a:latin typeface="Aptos"/>
                <a:ea typeface="Aptos"/>
                <a:cs typeface="Aptos"/>
              </a:rPr>
              <a:t>PRAZO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E7ED2F-2B28-480F-B0F9-5D9C670AE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3053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 i="0">
                <a:solidFill>
                  <a:srgbClr val="0A2250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0A2250"/>
                </a:solidFill>
                <a:latin typeface="Aptos"/>
                <a:ea typeface="Aptos"/>
                <a:cs typeface="Aptos"/>
              </a:rPr>
              <a:t>[DD · MM · AAAA]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BC2797-DA1A-4B82-941B-D0C2CD68E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0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C996C1-E6D2-4FE2-A5DD-F17A147D2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7524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 i="0">
                <a:solidFill>
                  <a:srgbClr val="7C766D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7C766D"/>
                </a:solidFill>
                <a:latin typeface="Aptos"/>
                <a:ea typeface="Aptos"/>
                <a:cs typeface="Aptos"/>
              </a:rPr>
              <a:t>A∴R∴L∴S∴ SOBERANOS IDEAIS 2283 · MANAUS, AM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B35A1F-5CE4-4ABF-87BE-3B6E7CAB8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86525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1" i="0">
                <a:solidFill>
                  <a:srgbClr val="66081C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66081C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3784226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2026-08-28T19:41:53.9270000Z</dcterms:created>
  <dcterms:modified xsi:type="dcterms:W3CDTF">2026-08-28T19:41:53.9270000Z</dcterms:modified>
</coreProperties>
</file>