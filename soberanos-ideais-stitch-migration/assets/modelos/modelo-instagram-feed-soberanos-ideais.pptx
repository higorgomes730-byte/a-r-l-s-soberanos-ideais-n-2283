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31ef728eb42b9" /><Relationship Type="http://schemas.openxmlformats.org/officeDocument/2006/relationships/extended-properties" Target="/docProps/app.xml" Id="R0982c3c1de254dc1" /><Relationship Type="http://schemas.openxmlformats.org/officeDocument/2006/relationships/officeDocument" Target="/ppt/presentation.xml" Id="Rbfd3415895cc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03c56b146d4a83"/>
  </p:sldMasterIdLst>
  <p:notesMasterIdLst>
    <p:notesMasterId xmlns:r="http://schemas.openxmlformats.org/officeDocument/2006/relationships" r:id="Rcf65905d872c490f"/>
  </p:notesMasterIdLst>
  <p:sldIdLst>
    <p:sldId xmlns:r="http://schemas.openxmlformats.org/officeDocument/2006/relationships" id="256" r:id="R5db6d5723c044a3c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0bd6b6739345ec" /><Relationship Type="http://schemas.openxmlformats.org/officeDocument/2006/relationships/slideMaster" Target="/ppt/slideMasters/slideMaster1.xml" Id="Ra803c56b146d4a83" /><Relationship Type="http://schemas.openxmlformats.org/officeDocument/2006/relationships/notesMaster" Target="/ppt/notesMasters/notesMaster1.xml" Id="Rcf65905d872c490f" /><Relationship Type="http://schemas.openxmlformats.org/officeDocument/2006/relationships/presProps" Target="/ppt/presProps.xml" Id="R0d93e401300041cf" /><Relationship Type="http://schemas.openxmlformats.org/officeDocument/2006/relationships/tableStyles" Target="/ppt/tableStyles.xml" Id="Rf719eb399b014890" /><Relationship Type="http://schemas.openxmlformats.org/officeDocument/2006/relationships/slide" Target="/ppt/slides/slide1.xml" Id="R5db6d5723c044a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d4fccc58346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a3f4e71de401e" /><Relationship Type="http://schemas.openxmlformats.org/officeDocument/2006/relationships/notesMaster" Target="/ppt/notesMasters/notesMaster1.xml" Id="R1f76d786c24c46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Feed 1:1. Substitua os campos entre colchetes e exporte como 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a3c2fa468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a43837d7694695" /><Relationship Type="http://schemas.openxmlformats.org/officeDocument/2006/relationships/slideLayout" Target="/ppt/slideLayouts/slideLayout1.xml" Id="R18ce08169f1343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e08169f1343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7cfc0bf034723" /><Relationship Type="http://schemas.openxmlformats.org/officeDocument/2006/relationships/image" Target="/ppt/media/image.png" Id="Ra3eeabbe9d7c4275" /><Relationship Type="http://schemas.openxmlformats.org/officeDocument/2006/relationships/notesSlide" Target="/ppt/notesSlides/notesSlide1.xml" Id="Re623459715e2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4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CF7BA-0FF6-4659-B6AE-47EF0B44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95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537EE-0CB8-4EB5-B4C7-80E7D0C1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5B337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5B337"/>
                </a:solidFill>
                <a:latin typeface="Aptos"/>
                <a:ea typeface="Aptos"/>
                <a:cs typeface="Aptos"/>
              </a:rPr>
              <a:t>COMUNICADO INSTITUCIONAL</a:t>
            </a:r>
          </a:p>
        </p:txBody>
      </p:sp>
      <p:sp>
        <p:nvSpPr>
          <p:cNvPr id="3" name="triade-vinho">
            <a:extLst xmlns:a="http://schemas.openxmlformats.org/drawingml/2006/main">
              <a:ext uri="{FF2B5EF4-FFF2-40B4-BE49-F238E27FC236}">
                <a16:creationId xmlns:a16="http://schemas.microsoft.com/office/drawing/2014/main" id="{52189152-23C5-4729-BE76-9C98B12A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00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riade-ouro">
            <a:extLst xmlns:a="http://schemas.openxmlformats.org/drawingml/2006/main">
              <a:ext uri="{FF2B5EF4-FFF2-40B4-BE49-F238E27FC236}">
                <a16:creationId xmlns:a16="http://schemas.microsoft.com/office/drawing/2014/main" id="{4BE23624-7745-417A-A125-A0839E60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00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iade-branco">
            <a:extLst xmlns:a="http://schemas.openxmlformats.org/drawingml/2006/main">
              <a:ext uri="{FF2B5EF4-FFF2-40B4-BE49-F238E27FC236}">
                <a16:creationId xmlns:a16="http://schemas.microsoft.com/office/drawing/2014/main" id="{7C269099-2CF8-4989-8797-B93871BF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00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ulo-feed">
            <a:extLst xmlns:a="http://schemas.openxmlformats.org/drawingml/2006/main">
              <a:ext uri="{FF2B5EF4-FFF2-40B4-BE49-F238E27FC236}">
                <a16:creationId xmlns:a16="http://schemas.microsoft.com/office/drawing/2014/main" id="{A7E692C2-BCB7-4BE3-9991-6F2A0316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8048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F7F8F5"/>
                </a:solidFill>
                <a:latin typeface="Aptos"/>
                <a:ea typeface="Aptos"/>
                <a:cs typeface="Aptos"/>
              </a:rPr>
              <a:t>[TÍTULO CURTO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5400" b="1" i="0">
                <a:solidFill>
                  <a:srgbClr val="F7F8F5"/>
                </a:solidFill>
                <a:latin typeface="Aptos"/>
                <a:ea typeface="Aptos"/>
                <a:cs typeface="Aptos"/>
              </a:rPr>
              <a:t>EM ATÉ TRÊS LINHAS.]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0757F-2EFA-4724-A5AD-AA4B801E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0" i="0">
                <a:solidFill>
                  <a:srgbClr val="E7E9E9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E7E9E9"/>
                </a:solidFill>
                <a:latin typeface="Aptos"/>
                <a:ea typeface="Aptos"/>
                <a:cs typeface="Aptos"/>
              </a:rPr>
              <a:t>[Informação essencial, contexto e orientação objetiva.]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D255F-39BD-47B4-916D-FF00627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3342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7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eabbe9d7c4275"/>
          <a:stretch xmlns:a="http://schemas.openxmlformats.org/drawingml/2006/main"/>
        </p:blipFill>
        <p:spPr>
          <a:xfrm xmlns:a="http://schemas.openxmlformats.org/drawingml/2006/main">
            <a:off x="666750" y="7829550"/>
            <a:ext cx="1409700" cy="1409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008A4-DBC0-4E5F-A3FF-67D1E3F4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0200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7F8F5"/>
                </a:solidFill>
                <a:latin typeface="Aptos"/>
                <a:ea typeface="Aptos"/>
                <a:cs typeface="Aptos"/>
              </a:rPr>
              <a:t>A∴R∴L∴S∴ SOBERANOS IDEAIS 2283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EE616-5C25-460D-8BC7-DBEFA22A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B8BFC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B8BFCD"/>
                </a:solidFill>
                <a:latin typeface="Aptos"/>
                <a:ea typeface="Aptos"/>
                <a:cs typeface="Aptos"/>
              </a:rPr>
              <a:t>[DATA · CANAL OFICIAL]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B406D-BAE1-4AC5-BBA2-F7AE1859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686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 i="0">
                <a:solidFill>
                  <a:srgbClr val="F5B33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B337"/>
                </a:solidFill>
                <a:latin typeface="Aptos"/>
                <a:ea typeface="Aptos"/>
                <a:cs typeface="Aptos"/>
              </a:rPr>
              <a:t>SURSUM CORDA</a:t>
            </a:r>
          </a:p>
        </p:txBody>
      </p:sp>
    </p:spTree>
    <p:extLst>
      <p:ext uri="{BB962C8B-B14F-4D97-AF65-F5344CB8AC3E}">
        <p14:creationId xmlns:p14="http://schemas.microsoft.com/office/powerpoint/2010/main" val="2074637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2026-08-28T19:41:54.6460000Z</dcterms:created>
  <dcterms:modified xsi:type="dcterms:W3CDTF">2026-08-28T19:41:54.6460000Z</dcterms:modified>
</coreProperties>
</file>