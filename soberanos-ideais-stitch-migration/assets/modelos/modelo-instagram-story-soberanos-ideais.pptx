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88b860a0f468f" /><Relationship Type="http://schemas.openxmlformats.org/officeDocument/2006/relationships/extended-properties" Target="/docProps/app.xml" Id="R44490bddb4314c84" /><Relationship Type="http://schemas.openxmlformats.org/officeDocument/2006/relationships/officeDocument" Target="/ppt/presentation.xml" Id="Rbab49d54fc03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4a124060b84f49"/>
  </p:sldMasterIdLst>
  <p:notesMasterIdLst>
    <p:notesMasterId xmlns:r="http://schemas.openxmlformats.org/officeDocument/2006/relationships" r:id="R492ed9a2923c42f9"/>
  </p:notesMasterIdLst>
  <p:sldIdLst>
    <p:sldId xmlns:r="http://schemas.openxmlformats.org/officeDocument/2006/relationships" id="256" r:id="Rd1a77a504cfd42d8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8902c3fa9431b" /><Relationship Type="http://schemas.openxmlformats.org/officeDocument/2006/relationships/slideMaster" Target="/ppt/slideMasters/slideMaster1.xml" Id="R094a124060b84f49" /><Relationship Type="http://schemas.openxmlformats.org/officeDocument/2006/relationships/notesMaster" Target="/ppt/notesMasters/notesMaster1.xml" Id="R492ed9a2923c42f9" /><Relationship Type="http://schemas.openxmlformats.org/officeDocument/2006/relationships/presProps" Target="/ppt/presProps.xml" Id="R8d9230a6590f4ac1" /><Relationship Type="http://schemas.openxmlformats.org/officeDocument/2006/relationships/tableStyles" Target="/ppt/tableStyles.xml" Id="R39ca0441380049b1" /><Relationship Type="http://schemas.openxmlformats.org/officeDocument/2006/relationships/slide" Target="/ppt/slides/slide1.xml" Id="Rd1a77a504cfd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5689100dd49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75b6f2c6a473d" /><Relationship Type="http://schemas.openxmlformats.org/officeDocument/2006/relationships/notesMaster" Target="/ppt/notesMasters/notesMaster1.xml" Id="R17f77cca5cad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 9:16. Mantenha a área superior livre para a interface da plataforma e exporte como 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6b83812fb42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50c096dd2493a" /><Relationship Type="http://schemas.openxmlformats.org/officeDocument/2006/relationships/slideLayout" Target="/ppt/slideLayouts/slideLayout1.xml" Id="R51a77a555d774c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77a555d77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ab85067a4e17" /><Relationship Type="http://schemas.openxmlformats.org/officeDocument/2006/relationships/image" Target="/ppt/media/image.png" Id="Ra6b6cf212dc840b5" /><Relationship Type="http://schemas.openxmlformats.org/officeDocument/2006/relationships/notesSlide" Target="/ppt/notesSlides/notesSlide1.xml" Id="R206c052b372e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2D422-4B21-427D-A45E-3767D152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5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6cf212dc840b5"/>
          <a:stretch xmlns:a="http://schemas.openxmlformats.org/drawingml/2006/main"/>
        </p:blipFill>
        <p:spPr>
          <a:xfrm xmlns:a="http://schemas.openxmlformats.org/drawingml/2006/main">
            <a:off x="666750" y="6858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BD59C676-66E7-490E-9DBF-890A1F9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763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riade-ouro">
            <a:extLst xmlns:a="http://schemas.openxmlformats.org/drawingml/2006/main">
              <a:ext uri="{FF2B5EF4-FFF2-40B4-BE49-F238E27FC236}">
                <a16:creationId xmlns:a16="http://schemas.microsoft.com/office/drawing/2014/main" id="{9CA2C854-54C5-423B-8824-9B90F4A4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8763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C800953F-AA27-4B0C-BC23-87AC704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8763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E3DD4-4775-4D46-9439-37BA6FCC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0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A∴R∴L∴S∴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10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SOBERANOS IDEAIS 2283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C244-6D93-4A19-BA48-FD36D59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AVISO INSTITUCIONAL</a:t>
            </a:r>
          </a:p>
        </p:txBody>
      </p:sp>
      <p:sp>
        <p:nvSpPr>
          <p:cNvPr id="8" name="titulo-story">
            <a:extLst xmlns:a="http://schemas.openxmlformats.org/drawingml/2006/main">
              <a:ext uri="{FF2B5EF4-FFF2-40B4-BE49-F238E27FC236}">
                <a16:creationId xmlns:a16="http://schemas.microsoft.com/office/drawing/2014/main" id="{151A2B33-002F-4851-815F-49313603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857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4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64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[TÍTULO DIRETO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4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64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EM ATÉ QUATRO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4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64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LINHAS.]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8AE7C-8C4B-4409-BDB4-343D8E1C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633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E88EF-82A4-4CD3-8AC3-F1FBFAE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4301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[DATA · HORÁRIO · LOCAL OU CANAL]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9D058-A26C-4F46-ACCE-99AF2E2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540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230B10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0B10"/>
                </a:solidFill>
                <a:latin typeface="Aptos"/>
                <a:ea typeface="Aptos"/>
                <a:cs typeface="Aptos"/>
              </a:rPr>
              <a:t>[ORIENTAÇÃO COMPLEMENTAR EM UMA OU DUAS LINHAS.]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4021C-B58A-427E-B22F-4EED7A3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7E173-22FB-43FB-92FB-F39B9863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401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SURSUM CORDA — CORAÇÕES AO ALTO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FB0D8-F362-44CC-9394-2835266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78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[CANAL OFICIAL]</a:t>
            </a:r>
          </a:p>
        </p:txBody>
      </p:sp>
    </p:spTree>
    <p:extLst>
      <p:ext uri="{BB962C8B-B14F-4D97-AF65-F5344CB8AC3E}">
        <p14:creationId xmlns:p14="http://schemas.microsoft.com/office/powerpoint/2010/main" val="302089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2026-08-28T19:41:55.0130000Z</dcterms:created>
  <dcterms:modified xsi:type="dcterms:W3CDTF">2026-08-28T19:41:55.0130000Z</dcterms:modified>
</coreProperties>
</file>